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A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274320"/>
            <a:ext cx="365760" cy="0"/>
          </a:xfrm>
          <a:prstGeom prst="line">
            <a:avLst/>
          </a:prstGeom>
          <a:noFill/>
          <a:ln w="12700">
            <a:solidFill>
              <a:srgbClr val="3DDC8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69680" y="274320"/>
            <a:ext cx="0" cy="274320"/>
          </a:xfrm>
          <a:prstGeom prst="line">
            <a:avLst/>
          </a:prstGeom>
          <a:noFill/>
          <a:ln w="12700">
            <a:solidFill>
              <a:srgbClr val="3DDC8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0" y="4846320"/>
            <a:ext cx="365760" cy="0"/>
          </a:xfrm>
          <a:prstGeom prst="line">
            <a:avLst/>
          </a:prstGeom>
          <a:noFill/>
          <a:ln w="12700">
            <a:solidFill>
              <a:srgbClr val="3DDC8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0" y="4572000"/>
            <a:ext cx="0" cy="274320"/>
          </a:xfrm>
          <a:prstGeom prst="line">
            <a:avLst/>
          </a:prstGeom>
          <a:noFill/>
          <a:ln w="12700">
            <a:solidFill>
              <a:srgbClr val="3DDC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4864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3DDC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GLAM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400" kern="0" dirty="0">
                <a:solidFill>
                  <a:srgbClr val="7A9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 Local AI Movement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25146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E6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Pulling the plug on Skynet.</a:t>
            </a:r>
            <a:endParaRPr lang="en-US" sz="2600" dirty="0"/>
          </a:p>
          <a:p>
            <a:pPr indent="0" marL="0">
              <a:buNone/>
            </a:pPr>
            <a:r>
              <a:rPr lang="en-US" sz="2600" i="1" dirty="0">
                <a:solidFill>
                  <a:srgbClr val="E6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they pull it on us.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65760" y="4206240"/>
            <a:ext cx="8412480" cy="0"/>
          </a:xfrm>
          <a:prstGeom prst="line">
            <a:avLst/>
          </a:prstGeom>
          <a:noFill/>
          <a:ln w="6350">
            <a:solidFill>
              <a:srgbClr val="3DDC84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42976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A9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Earth Day · April 22 2026 · San Francisco · globallocal.ai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A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E0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Skynet isn't coming.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E6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It's already here.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2651760" cy="1737360"/>
          </a:xfrm>
          <a:prstGeom prst="rect">
            <a:avLst/>
          </a:prstGeom>
          <a:solidFill>
            <a:srgbClr val="0C120D"/>
          </a:solidFill>
          <a:ln w="12700">
            <a:solidFill>
              <a:srgbClr val="2E523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103120"/>
            <a:ext cx="2651760" cy="36576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1945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183 TWh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28803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cloud AI electricity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A9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— equal to Pakistan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55848" y="2103120"/>
            <a:ext cx="2651760" cy="1737360"/>
          </a:xfrm>
          <a:prstGeom prst="rect">
            <a:avLst/>
          </a:prstGeom>
          <a:solidFill>
            <a:srgbClr val="0C120D"/>
          </a:solidFill>
          <a:ln w="12700">
            <a:solidFill>
              <a:srgbClr val="2E523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55848" y="2103120"/>
            <a:ext cx="2651760" cy="36576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08" y="21945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17B gal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493008" y="28803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for cooling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A9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data centers 2023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54496" y="2103120"/>
            <a:ext cx="2651760" cy="1737360"/>
          </a:xfrm>
          <a:prstGeom prst="rect">
            <a:avLst/>
          </a:prstGeom>
          <a:solidFill>
            <a:srgbClr val="0C120D"/>
          </a:solidFill>
          <a:ln w="12700">
            <a:solidFill>
              <a:srgbClr val="2E523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54496" y="2103120"/>
            <a:ext cx="2651760" cy="36576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91656" y="21945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corps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391656" y="28803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the most powerful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A9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 on Earth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9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"Pentagon contracts. Mass surveillance. No democratic oversight.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7A9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off switch the public can reach."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A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pillars.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E6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movement.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" y="1691640"/>
            <a:ext cx="2743200" cy="3017520"/>
          </a:xfrm>
          <a:prstGeom prst="rect">
            <a:avLst/>
          </a:prstGeom>
          <a:solidFill>
            <a:srgbClr val="192119"/>
          </a:solidFill>
          <a:ln w="12700">
            <a:solidFill>
              <a:srgbClr val="2230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691640"/>
            <a:ext cx="2743200" cy="54864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DC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38912" y="22402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Environment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38912" y="2788920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eliminates the entire cloud footprint. Zero data center electricity. Zero cooling water. 88% of everyday queries can run locally right now.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691640"/>
            <a:ext cx="2743200" cy="3017520"/>
          </a:xfrm>
          <a:prstGeom prst="rect">
            <a:avLst/>
          </a:prstGeom>
          <a:solidFill>
            <a:srgbClr val="192119"/>
          </a:solidFill>
          <a:ln w="12700">
            <a:solidFill>
              <a:srgbClr val="22302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691640"/>
            <a:ext cx="2743200" cy="54864"/>
          </a:xfrm>
          <a:prstGeom prst="rect">
            <a:avLst/>
          </a:prstGeom>
          <a:solidFill>
            <a:srgbClr val="5DD8C0"/>
          </a:solidFill>
          <a:ln w="12700">
            <a:solidFill>
              <a:srgbClr val="5DD8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0712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DD8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10712" y="22402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Sovereignty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10712" y="2788920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family's questions, your children's searches — private by architecture. Not a policy. Not a setting. Never leaves your device. Ever.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1691640"/>
            <a:ext cx="2743200" cy="3017520"/>
          </a:xfrm>
          <a:prstGeom prst="rect">
            <a:avLst/>
          </a:prstGeom>
          <a:solidFill>
            <a:srgbClr val="192119"/>
          </a:solidFill>
          <a:ln w="12700">
            <a:solidFill>
              <a:srgbClr val="22302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691640"/>
            <a:ext cx="2743200" cy="54864"/>
          </a:xfrm>
          <a:prstGeom prst="rect">
            <a:avLst/>
          </a:prstGeom>
          <a:solidFill>
            <a:srgbClr val="F0C060"/>
          </a:solidFill>
          <a:ln w="12700">
            <a:solidFill>
              <a:srgbClr val="F0C0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2512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C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82512" y="22402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AI as a Right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82512" y="2788920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depends on open model weights. We are building the political infrastructure to make that a permanent public right — before the labs close the door.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A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0C120D"/>
          </a:solidFill>
          <a:ln w="12700">
            <a:solidFill>
              <a:srgbClr val="0C12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EARTH DAY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3DDC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April 22</a:t>
            </a:r>
            <a:endParaRPr lang="en-US" sz="6400" dirty="0"/>
          </a:p>
          <a:p>
            <a:pPr indent="0" marL="0">
              <a:buNone/>
            </a:pPr>
            <a:r>
              <a:rPr lang="en-US" sz="6400" b="1" dirty="0">
                <a:solidFill>
                  <a:srgbClr val="3DDC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274320" y="2377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Hotel San Francisco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74320" y="2788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2:00 PM — late · DJ closing at 4:20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3291840"/>
            <a:ext cx="3657600" cy="0"/>
          </a:xfrm>
          <a:prstGeom prst="line">
            <a:avLst/>
          </a:prstGeom>
          <a:noFill/>
          <a:ln w="6350">
            <a:solidFill>
              <a:srgbClr val="3DDC84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3429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 · In-person + Global Livestream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63440" y="4572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on stage: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54864" cy="329184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058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 cable unplugged — live, on stage, dramatically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1627632"/>
            <a:ext cx="54864" cy="329184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62763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AI answers real climate questions in real time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2249424"/>
            <a:ext cx="54864" cy="329184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24942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IPCC + NASA data · Nothing sent to the cloud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63440" y="2871216"/>
            <a:ext cx="54864" cy="329184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8712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screens · Carbon counter · Live global audience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3493008"/>
            <a:ext cx="54864" cy="329184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49300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"These numbers are from this morning. This is not a simulation."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63440" y="4114800"/>
            <a:ext cx="54864" cy="329184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41148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 closing set · Earth Day launch party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A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6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 a Founding</a:t>
            </a:r>
            <a:endParaRPr lang="en-US" sz="6400" dirty="0"/>
          </a:p>
          <a:p>
            <a:pPr indent="0" marL="0">
              <a:buNone/>
            </a:pPr>
            <a:r>
              <a:rPr lang="en-US" sz="6400" b="1" dirty="0">
                <a:solidFill>
                  <a:srgbClr val="E6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Glammer.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3DDC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origin story only happens once.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2834640"/>
            <a:ext cx="2651760" cy="1463040"/>
          </a:xfrm>
          <a:prstGeom prst="rect">
            <a:avLst/>
          </a:prstGeom>
          <a:solidFill>
            <a:srgbClr val="192119"/>
          </a:solidFill>
          <a:ln w="12700">
            <a:solidFill>
              <a:srgbClr val="2230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834640"/>
            <a:ext cx="2651760" cy="45720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9260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Comms Lead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33375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the press outreach, launch narrative, and journalist relationships.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55848" y="2834640"/>
            <a:ext cx="2651760" cy="1463040"/>
          </a:xfrm>
          <a:prstGeom prst="rect">
            <a:avLst/>
          </a:prstGeom>
          <a:solidFill>
            <a:srgbClr val="192119"/>
          </a:solidFill>
          <a:ln w="12700">
            <a:solidFill>
              <a:srgbClr val="2230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55848" y="2834640"/>
            <a:ext cx="2651760" cy="45720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08" y="29260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 Lead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93008" y="33375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the Glammer network, Discord, and coalition building.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54496" y="2834640"/>
            <a:ext cx="2651760" cy="1463040"/>
          </a:xfrm>
          <a:prstGeom prst="rect">
            <a:avLst/>
          </a:prstGeom>
          <a:solidFill>
            <a:srgbClr val="192119"/>
          </a:solidFill>
          <a:ln w="12700">
            <a:solidFill>
              <a:srgbClr val="22302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54496" y="2834640"/>
            <a:ext cx="2651760" cy="45720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91656" y="29260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Co-builder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91656" y="33375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the demo build and open-source tool roadmap.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462272"/>
            <a:ext cx="8229600" cy="0"/>
          </a:xfrm>
          <a:prstGeom prst="line">
            <a:avLst/>
          </a:prstGeom>
          <a:noFill/>
          <a:ln w="6350">
            <a:solidFill>
              <a:srgbClr val="3DDC84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globallocal.ai</a:t>
            </a:r>
            <a:pPr indent="0" marL="0">
              <a:buNone/>
            </a:pPr>
            <a:r>
              <a:rPr lang="en-US" sz="1100" dirty="0">
                <a:solidFill>
                  <a:srgbClr val="7A9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Find me after this session   ·   </a:t>
            </a:r>
            <a:pPr indent="0" marL="0">
              <a:buNone/>
            </a:pPr>
            <a:r>
              <a:rPr lang="en-US" sz="1100" i="1" dirty="0">
                <a:solidFill>
                  <a:srgbClr val="E6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AI is local. It belongs to everyone.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GLAM — Global Local AI Movement</dc:title>
  <dc:subject>PptxGenJS Presentation</dc:subject>
  <dc:creator>PptxGenJS</dc:creator>
  <cp:lastModifiedBy>PptxGenJS</cp:lastModifiedBy>
  <cp:revision>1</cp:revision>
  <dcterms:created xsi:type="dcterms:W3CDTF">2026-04-08T17:58:01Z</dcterms:created>
  <dcterms:modified xsi:type="dcterms:W3CDTF">2026-04-08T17:58:01Z</dcterms:modified>
</cp:coreProperties>
</file>